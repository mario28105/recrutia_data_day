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49089"/>
            <a:ext cx="4667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RECRUTIA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23577" y="1085924"/>
            <a:ext cx="4667845" cy="294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 plateforme qui connecte talents et opportunités autrement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577" y="4237732"/>
            <a:ext cx="466784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Une solution de recrutement nouvelle génération, pensée pour les candidats et les recruteurs.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577528"/>
            <a:ext cx="799654" cy="216545"/>
          </a:xfrm>
          <a:prstGeom prst="roundRect">
            <a:avLst>
              <a:gd name="adj" fmla="val 7902"/>
            </a:avLst>
          </a:prstGeom>
          <a:solidFill>
            <a:srgbClr val="054842"/>
          </a:solidFill>
          <a:ln/>
        </p:spPr>
      </p:sp>
      <p:sp>
        <p:nvSpPr>
          <p:cNvPr id="4" name="Text 1"/>
          <p:cNvSpPr/>
          <p:nvPr/>
        </p:nvSpPr>
        <p:spPr>
          <a:xfrm>
            <a:off x="609079" y="620241"/>
            <a:ext cx="1085850" cy="131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CONSTAT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23577" y="848395"/>
            <a:ext cx="4667845" cy="1258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Trouver un emploi, trouver le bon candidat : un vrai casse-tête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2310408"/>
            <a:ext cx="4667845" cy="10598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405" y="2472035"/>
            <a:ext cx="42683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Les candidats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61405" y="2763143"/>
            <a:ext cx="4268391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Ils postulent à l'aveugle, sans savoir si leur profil correspond vraiment aux attentes de l'offre.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3506093"/>
            <a:ext cx="4667845" cy="10598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1405" y="3667720"/>
            <a:ext cx="42683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Les recruteurs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61405" y="3958828"/>
            <a:ext cx="4268391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Ils perdent un temps précieux à trier des dizaines de candidatures peu pertinentes.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9192"/>
            <a:ext cx="766390" cy="188193"/>
          </a:xfrm>
          <a:prstGeom prst="roundRect">
            <a:avLst>
              <a:gd name="adj" fmla="val 7900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597843" y="476324"/>
            <a:ext cx="1075060" cy="1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PROBLÈME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668387"/>
            <a:ext cx="8096845" cy="72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 recrutement encore trop manuel et peu ciblé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66503"/>
            <a:ext cx="5157118" cy="292231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4162" y="1774403"/>
            <a:ext cx="185812" cy="1858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90308" y="1770608"/>
            <a:ext cx="22348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Recherche chronophage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90308" y="2055316"/>
            <a:ext cx="223480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Les offres sont dispersées et peu personnalisées selon le profil réel du candidat.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4162" y="2807866"/>
            <a:ext cx="185812" cy="1858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90308" y="2804071"/>
            <a:ext cx="22348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Candidatures non filtrées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390308" y="3088779"/>
            <a:ext cx="223480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Les recruteurs sont submergés par des CVs non ciblés, sans outil de tri intelligent.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4162" y="3660130"/>
            <a:ext cx="185812" cy="1858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90308" y="3656335"/>
            <a:ext cx="22348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Compétences invisibles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390308" y="3941043"/>
            <a:ext cx="223480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Les vrais talents et compétences transverses restent cachés dans des CVs classiques.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75580"/>
            <a:ext cx="917228" cy="227335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520452"/>
            <a:ext cx="1194941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762744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Une plateforme pensée pour les deux côtés du recrutement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23577" y="1867123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Recrutia crée un pont intelligent entre candidats et recruteurs grâce à une interface simple, fluide et dédiée à chaque profil.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274763"/>
            <a:ext cx="2293813" cy="1417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3577" y="3879428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Côté Candidat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189140"/>
            <a:ext cx="39548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Créez votre profil, renseignez vos compétences et consultez les offres qui vous correspondent vraiment.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464" y="2274763"/>
            <a:ext cx="2293813" cy="1417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5464" y="3879428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Côté Recruteur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65464" y="4189140"/>
            <a:ext cx="3954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Publiez vos offres, recevez des candidatures ciblées et gérez tout depuis un espace dédié.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7388"/>
            <a:ext cx="840730" cy="156195"/>
          </a:xfrm>
          <a:prstGeom prst="roundRect">
            <a:avLst>
              <a:gd name="adj" fmla="val 7902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585267" y="448196"/>
            <a:ext cx="1174552" cy="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FONCTIONNEMENT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23577" y="601861"/>
            <a:ext cx="8096845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Le fonctionnement en un coup d'œil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010394"/>
            <a:ext cx="8096845" cy="34973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55693" y="3627050"/>
            <a:ext cx="1202237" cy="20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Offre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455693" y="3895281"/>
            <a:ext cx="1202237" cy="29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recruteur publie une offre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42727" y="3627050"/>
            <a:ext cx="1202237" cy="20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Matchs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542727" y="3895281"/>
            <a:ext cx="1202237" cy="29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Mes Matchs calcule la compatibilité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6007" y="1325976"/>
            <a:ext cx="1202237" cy="20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Profil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6007" y="1594208"/>
            <a:ext cx="1202237" cy="29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candidat crée son profil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36552" y="1325976"/>
            <a:ext cx="1202237" cy="20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036552" y="1594208"/>
            <a:ext cx="1202237" cy="29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recruteur trie et répond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18370" y="1325976"/>
            <a:ext cx="1202236" cy="20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Postuler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18370" y="1594208"/>
            <a:ext cx="1202236" cy="295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candidat consulte et postule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3577" y="4587329"/>
            <a:ext cx="8554045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 processus fluide en 5 étapes pour maximiser les chances de rencontre entre le bon profil et la bonne opportunité.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458688"/>
            <a:ext cx="537121" cy="149126"/>
          </a:xfrm>
          <a:prstGeom prst="roundRect">
            <a:avLst>
              <a:gd name="adj" fmla="val 7901"/>
            </a:avLst>
          </a:prstGeom>
          <a:solidFill>
            <a:srgbClr val="054842"/>
          </a:solidFill>
          <a:ln/>
        </p:spPr>
      </p:sp>
      <p:sp>
        <p:nvSpPr>
          <p:cNvPr id="4" name="Text 1"/>
          <p:cNvSpPr/>
          <p:nvPr/>
        </p:nvSpPr>
        <p:spPr>
          <a:xfrm>
            <a:off x="582439" y="488082"/>
            <a:ext cx="876598" cy="90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AVANTAGES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523577" y="633561"/>
            <a:ext cx="4667845" cy="288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Pourquoi choisir Recrutia 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23577" y="1018952"/>
            <a:ext cx="4667845" cy="868189"/>
          </a:xfrm>
          <a:prstGeom prst="roundRect">
            <a:avLst>
              <a:gd name="adj" fmla="val 1696"/>
            </a:avLst>
          </a:prstGeom>
          <a:solidFill>
            <a:srgbClr val="304755"/>
          </a:solidFill>
          <a:ln/>
        </p:spPr>
      </p:sp>
      <p:sp>
        <p:nvSpPr>
          <p:cNvPr id="7" name="Shape 4"/>
          <p:cNvSpPr/>
          <p:nvPr/>
        </p:nvSpPr>
        <p:spPr>
          <a:xfrm>
            <a:off x="621729" y="1117104"/>
            <a:ext cx="294531" cy="294531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692" y="1198066"/>
            <a:ext cx="132531" cy="1325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29" y="1476003"/>
            <a:ext cx="4471541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Gain de temps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1729" y="1658987"/>
            <a:ext cx="4471541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Moins de recherches, plus de résultats pertinents pour les deux parties.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523577" y="1951509"/>
            <a:ext cx="4667845" cy="868189"/>
          </a:xfrm>
          <a:prstGeom prst="roundRect">
            <a:avLst>
              <a:gd name="adj" fmla="val 1696"/>
            </a:avLst>
          </a:prstGeom>
          <a:solidFill>
            <a:srgbClr val="304755"/>
          </a:solidFill>
          <a:ln/>
        </p:spPr>
      </p:sp>
      <p:sp>
        <p:nvSpPr>
          <p:cNvPr id="12" name="Shape 8"/>
          <p:cNvSpPr/>
          <p:nvPr/>
        </p:nvSpPr>
        <p:spPr>
          <a:xfrm>
            <a:off x="621729" y="2049661"/>
            <a:ext cx="294531" cy="294531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692" y="2130623"/>
            <a:ext cx="132531" cy="13253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29" y="2408560"/>
            <a:ext cx="4471541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Score de correspondance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21729" y="2591544"/>
            <a:ext cx="4471541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 algorithme de matching pour prioriser les meilleures offres automatiquement.</a:t>
            </a:r>
            <a:endParaRPr lang="en-US" sz="750" dirty="0"/>
          </a:p>
        </p:txBody>
      </p:sp>
      <p:sp>
        <p:nvSpPr>
          <p:cNvPr id="16" name="Shape 11"/>
          <p:cNvSpPr/>
          <p:nvPr/>
        </p:nvSpPr>
        <p:spPr>
          <a:xfrm>
            <a:off x="523577" y="2884066"/>
            <a:ext cx="4667845" cy="868189"/>
          </a:xfrm>
          <a:prstGeom prst="roundRect">
            <a:avLst>
              <a:gd name="adj" fmla="val 1696"/>
            </a:avLst>
          </a:prstGeom>
          <a:solidFill>
            <a:srgbClr val="304755"/>
          </a:solidFill>
          <a:ln/>
        </p:spPr>
      </p:sp>
      <p:sp>
        <p:nvSpPr>
          <p:cNvPr id="17" name="Shape 12"/>
          <p:cNvSpPr/>
          <p:nvPr/>
        </p:nvSpPr>
        <p:spPr>
          <a:xfrm>
            <a:off x="621729" y="2982218"/>
            <a:ext cx="294531" cy="294531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692" y="3063180"/>
            <a:ext cx="132531" cy="13253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29" y="3341117"/>
            <a:ext cx="4471541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Espace dédié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21729" y="3524101"/>
            <a:ext cx="4471541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 tableau de bord clair pour recruteurs : offres, candidatures et statuts centralisés.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523577" y="3816623"/>
            <a:ext cx="4667845" cy="868189"/>
          </a:xfrm>
          <a:prstGeom prst="roundRect">
            <a:avLst>
              <a:gd name="adj" fmla="val 1696"/>
            </a:avLst>
          </a:prstGeom>
          <a:solidFill>
            <a:srgbClr val="304755"/>
          </a:solidFill>
          <a:ln/>
        </p:spPr>
      </p:sp>
      <p:sp>
        <p:nvSpPr>
          <p:cNvPr id="22" name="Shape 16"/>
          <p:cNvSpPr/>
          <p:nvPr/>
        </p:nvSpPr>
        <p:spPr>
          <a:xfrm>
            <a:off x="621729" y="3914775"/>
            <a:ext cx="294531" cy="294531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2692" y="3995738"/>
            <a:ext cx="132531" cy="13253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1729" y="4273674"/>
            <a:ext cx="4471541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Suivi transparent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621729" y="4456658"/>
            <a:ext cx="4471541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 attente, entretien, acceptée ou refusée : chaque candidature est suivie en temps réel.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1435"/>
            <a:ext cx="634008" cy="113556"/>
          </a:xfrm>
          <a:prstGeom prst="roundRect">
            <a:avLst>
              <a:gd name="adj" fmla="val 7905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568449" y="433834"/>
            <a:ext cx="1001464" cy="68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ROADMAP PRODUIT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523577" y="539948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 projet avec un fort potentiel d'évolution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791718"/>
            <a:ext cx="4414391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Voici les axes de développement prioritaires pour rendre l'expérience Recrutia encore plus fluide et intelligente.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994" y="857994"/>
            <a:ext cx="3957191" cy="3957191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4899273"/>
            <a:ext cx="2673995" cy="3907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5988" y="4983584"/>
            <a:ext cx="2467273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IA de matching sémantique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645988" y="5115967"/>
            <a:ext cx="2467273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Comprendre le sens des compétences, pas seulement les mots-clés.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4928" y="4899273"/>
            <a:ext cx="2674069" cy="3907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57339" y="4983584"/>
            <a:ext cx="2467347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Carte interactive des offres</a:t>
            </a:r>
            <a:endParaRPr lang="en-US" sz="650" dirty="0"/>
          </a:p>
        </p:txBody>
      </p:sp>
      <p:sp>
        <p:nvSpPr>
          <p:cNvPr id="12" name="Text 7"/>
          <p:cNvSpPr/>
          <p:nvPr/>
        </p:nvSpPr>
        <p:spPr>
          <a:xfrm>
            <a:off x="3357339" y="5115967"/>
            <a:ext cx="2467347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Visualiser les postes disponibles géographiquement en un coup d'œil.</a:t>
            </a:r>
            <a:endParaRPr lang="en-US" sz="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6353" y="4899273"/>
            <a:ext cx="2674069" cy="3907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68764" y="4983584"/>
            <a:ext cx="2467347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Notifications intelligentes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6068764" y="5115967"/>
            <a:ext cx="2467347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Alerter automatiquement le candidat dès qu'une offre correspond à son profil.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876746"/>
            <a:ext cx="2508052" cy="227335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921618"/>
            <a:ext cx="2785765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ROADMAP — FONCTIONNALITÉS AVANCÉES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116391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Ce qui reste à construire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828279"/>
            <a:ext cx="299219" cy="299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9799" y="1879699"/>
            <a:ext cx="346866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Valorisation des compétences annexes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09799" y="2409379"/>
            <a:ext cx="3468663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Musique, sport, arts… Des talents cachés qui ouvrent des opportunités ponctuelles en plus de l'emploi classique.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1828279"/>
            <a:ext cx="299219" cy="2992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51686" y="1879699"/>
            <a:ext cx="34687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Messagerie intégrée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51686" y="2189411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Échanger directement entre candidat et recruteur sans quitter la plateforme.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426768"/>
            <a:ext cx="299219" cy="2992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9799" y="3478188"/>
            <a:ext cx="346866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Vérification des compétences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009799" y="3787899"/>
            <a:ext cx="3468663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Badges et tests rapides pour renforcer la confiance des recruteurs envers les profils.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5464" y="3426768"/>
            <a:ext cx="299219" cy="2992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51686" y="3478188"/>
            <a:ext cx="34687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Filtres avancés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151686" y="3787899"/>
            <a:ext cx="34687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Type de contrat, télétravail, fourchette salariale : des recherches toujours plus précises.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430039"/>
            <a:ext cx="524619" cy="213122"/>
          </a:xfrm>
          <a:prstGeom prst="roundRect">
            <a:avLst>
              <a:gd name="adj" fmla="val 7898"/>
            </a:avLst>
          </a:prstGeom>
          <a:solidFill>
            <a:srgbClr val="054842"/>
          </a:solidFill>
          <a:ln/>
        </p:spPr>
      </p:sp>
      <p:sp>
        <p:nvSpPr>
          <p:cNvPr id="4" name="Text 1"/>
          <p:cNvSpPr/>
          <p:nvPr/>
        </p:nvSpPr>
        <p:spPr>
          <a:xfrm>
            <a:off x="607665" y="472083"/>
            <a:ext cx="813643" cy="129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23577" y="695697"/>
            <a:ext cx="4667845" cy="1237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Plus qu'un site d'emploi, un tremplin pour les jeunes talents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523577" y="2130326"/>
            <a:ext cx="4667845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L'ambition de Recrutia est d'aider les jeunes à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valoriser toutes leurs compétences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professionnelles et personnelles — pour multiplier leurs opportunités, qu'il s'agisse d'un emploi stable ou d'une mission ponctuelle.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3577" y="2930277"/>
            <a:ext cx="4667845" cy="1783184"/>
          </a:xfrm>
          <a:prstGeom prst="roundRect">
            <a:avLst>
              <a:gd name="adj" fmla="val 1180"/>
            </a:avLst>
          </a:prstGeom>
          <a:solidFill>
            <a:srgbClr val="304755"/>
          </a:solidFill>
          <a:ln/>
        </p:spPr>
      </p:sp>
      <p:sp>
        <p:nvSpPr>
          <p:cNvPr id="8" name="Shape 5"/>
          <p:cNvSpPr/>
          <p:nvPr/>
        </p:nvSpPr>
        <p:spPr>
          <a:xfrm>
            <a:off x="523577" y="2930277"/>
            <a:ext cx="4667845" cy="782910"/>
          </a:xfrm>
          <a:custGeom>
            <a:avLst/>
            <a:gdLst/>
            <a:ahLst/>
            <a:cxnLst/>
            <a:rect l="l" t="t" r="r" b="b"/>
            <a:pathLst>
              <a:path w="4667845" h="782910">
                <a:moveTo>
                  <a:pt x="17533" y="0"/>
                </a:moveTo>
                <a:lnTo>
                  <a:pt x="4650313" y="0"/>
                </a:lnTo>
                <a:arcTo hR="17533" wR="17533" stAng="16200000" swAng="5400000"/>
                <a:lnTo>
                  <a:pt x="4667845" y="782910"/>
                </a:lnTo>
                <a:lnTo>
                  <a:pt x="0" y="782910"/>
                </a:lnTo>
                <a:lnTo>
                  <a:pt x="0" y="17533"/>
                </a:lnTo>
                <a:arcTo hR="17533" wR="17533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663773" y="3070473"/>
            <a:ext cx="43874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Aujourd'hui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3773" y="3355628"/>
            <a:ext cx="4387453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Une plateforme simple de mise en relation candidat / recruteur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3577" y="3713187"/>
            <a:ext cx="4667845" cy="1000274"/>
          </a:xfrm>
          <a:custGeom>
            <a:avLst/>
            <a:gdLst/>
            <a:ahLst/>
            <a:cxnLst/>
            <a:rect l="l" t="t" r="r" b="b"/>
            <a:pathLst>
              <a:path w="4667845" h="1000274">
                <a:moveTo>
                  <a:pt x="0" y="0"/>
                </a:moveTo>
                <a:lnTo>
                  <a:pt x="4667845" y="0"/>
                </a:lnTo>
                <a:lnTo>
                  <a:pt x="4667845" y="982741"/>
                </a:lnTo>
                <a:arcTo hR="17533" wR="17533" stAng="0" swAng="5400000"/>
                <a:lnTo>
                  <a:pt x="17533" y="1000274"/>
                </a:lnTo>
                <a:arcTo hR="17533" wR="17533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2" name="Shape 9"/>
          <p:cNvSpPr/>
          <p:nvPr/>
        </p:nvSpPr>
        <p:spPr>
          <a:xfrm>
            <a:off x="523577" y="3713187"/>
            <a:ext cx="4667845" cy="19050"/>
          </a:xfrm>
          <a:prstGeom prst="roundRect">
            <a:avLst>
              <a:gd name="adj" fmla="val 50000"/>
            </a:avLst>
          </a:prstGeom>
          <a:solidFill>
            <a:srgbClr val="49606E"/>
          </a:solidFill>
          <a:ln/>
        </p:spPr>
      </p:sp>
      <p:sp>
        <p:nvSpPr>
          <p:cNvPr id="13" name="Text 10"/>
          <p:cNvSpPr/>
          <p:nvPr/>
        </p:nvSpPr>
        <p:spPr>
          <a:xfrm>
            <a:off x="663773" y="3853383"/>
            <a:ext cx="43874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Demain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3773" y="4138538"/>
            <a:ext cx="4387453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 écosystème intelligent qui révèle chaque talent dans toute sa dimension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28848"/>
            <a:ext cx="4667845" cy="1216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Recrutia — Connecter les talents à leurs vraies opportunités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730448" y="1979488"/>
            <a:ext cx="4918174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Une plateforme simple aujourd'hui, intelligente demain.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23577" y="1836465"/>
            <a:ext cx="19050" cy="497979"/>
          </a:xfrm>
          <a:prstGeom prst="roundRect">
            <a:avLst>
              <a:gd name="adj" fmla="val 50000"/>
            </a:avLst>
          </a:prstGeom>
          <a:solidFill>
            <a:srgbClr val="0A988B"/>
          </a:solidFill>
          <a:ln/>
        </p:spPr>
      </p:sp>
      <p:sp>
        <p:nvSpPr>
          <p:cNvPr id="6" name="Text 3"/>
          <p:cNvSpPr/>
          <p:nvPr/>
        </p:nvSpPr>
        <p:spPr>
          <a:xfrm>
            <a:off x="523577" y="2477467"/>
            <a:ext cx="466784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Merci de votre attention. Nous sommes convaincus que Recrutia peut transformer la façon dont les jeunes talents et les recruteurs se rencontrent.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23577" y="3044354"/>
            <a:ext cx="2270373" cy="771599"/>
          </a:xfrm>
          <a:prstGeom prst="roundRect">
            <a:avLst>
              <a:gd name="adj" fmla="val 2681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661467" y="3182243"/>
            <a:ext cx="1994595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Simple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67" y="3466133"/>
            <a:ext cx="199459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Interface intuitive pour tous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21050" y="3044354"/>
            <a:ext cx="2270373" cy="771599"/>
          </a:xfrm>
          <a:prstGeom prst="roundRect">
            <a:avLst>
              <a:gd name="adj" fmla="val 2681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3058939" y="3182243"/>
            <a:ext cx="1994595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Rapide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058939" y="3466133"/>
            <a:ext cx="199459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Matching intelligent et ciblé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3577" y="3943052"/>
            <a:ext cx="4667845" cy="771599"/>
          </a:xfrm>
          <a:prstGeom prst="roundRect">
            <a:avLst>
              <a:gd name="adj" fmla="val 2681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67" y="4080942"/>
            <a:ext cx="4392067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Ambitieux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1467" y="4364831"/>
            <a:ext cx="439206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Une vision à long terme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2026-08-02T10:35:28Z</dcterms:created>
  <dcterms:modified xsi:type="dcterms:W3CDTF">2026-08-02T10:35:28Z</dcterms:modified>
</cp:coreProperties>
</file>