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RECRUTIA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928568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Une plateforme de recrutement nouvelle génération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Trouver un emploi, trouver le bon candidat : un vrai casse-tête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Aujourd'hui, les candidats postulent à l'aveugle sans savoir si leur profil correspond vraiment à l'offre, et les recruteurs perdent du temps à trier des candidatures peu pertinentes.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78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 recrutement encore trop manuel et peu ciblé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2045097"/>
            <a:ext cx="6227408" cy="35289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2189" y="1685230"/>
            <a:ext cx="3534282" cy="1314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67493" y="1874341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Recherche chronophage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8267493" y="2293144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Recherche d'offres chronophage et peu personnalisée pour les candidats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2189" y="3152477"/>
            <a:ext cx="3534282" cy="13141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7493" y="3341588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Candidatures non filtrées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8267493" y="3760391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Recruteurs noyés sous des candidatures non filtrées et peu pertinentes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2189" y="4619724"/>
            <a:ext cx="3534282" cy="13141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7493" y="4808835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Compétences invisibles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8267493" y="5227638"/>
            <a:ext cx="307987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Aucune mise en valeur des compétences réelles des candidats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166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Une plateforme pensée pour les deux côtés du recrutement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0098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Recrutia met en relation candidats et recruteurs via une interface simple, avec un espace dédié à chacun.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16027"/>
            <a:ext cx="10868745" cy="1700312"/>
          </a:xfrm>
          <a:prstGeom prst="roundRect">
            <a:avLst>
              <a:gd name="adj" fmla="val 1668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616027"/>
            <a:ext cx="5434373" cy="1700312"/>
          </a:xfrm>
          <a:custGeom>
            <a:avLst/>
            <a:gdLst/>
            <a:ahLst/>
            <a:cxnLst/>
            <a:rect l="l" t="t" r="r" b="b"/>
            <a:pathLst>
              <a:path w="5434373" h="1700312">
                <a:moveTo>
                  <a:pt x="23627" y="0"/>
                </a:moveTo>
                <a:lnTo>
                  <a:pt x="5434373" y="0"/>
                </a:lnTo>
                <a:lnTo>
                  <a:pt x="5434373" y="1700312"/>
                </a:lnTo>
                <a:lnTo>
                  <a:pt x="23627" y="1700312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805039"/>
            <a:ext cx="505635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Candidat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4220071"/>
            <a:ext cx="50563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Créez votre profil, valorisez vos compétences et découvrez les offres qui vous correspondent vraiment grâce au score de matching.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616027"/>
            <a:ext cx="5434373" cy="1700312"/>
          </a:xfrm>
          <a:custGeom>
            <a:avLst/>
            <a:gdLst/>
            <a:ahLst/>
            <a:cxnLst/>
            <a:rect l="l" t="t" r="r" b="b"/>
            <a:pathLst>
              <a:path w="5434373" h="1700312">
                <a:moveTo>
                  <a:pt x="0" y="0"/>
                </a:moveTo>
                <a:lnTo>
                  <a:pt x="5410745" y="0"/>
                </a:lnTo>
                <a:arcTo hR="23628" wR="23627" stAng="16200000" swAng="5400000"/>
                <a:lnTo>
                  <a:pt x="5434373" y="1676684"/>
                </a:lnTo>
                <a:arcTo hR="23628" wR="23627" stAng="0" swAng="5400000"/>
                <a:lnTo>
                  <a:pt x="0" y="170031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616027"/>
            <a:ext cx="25399" cy="1700312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805039"/>
            <a:ext cx="505635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Recruteur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4220071"/>
            <a:ext cx="505635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Publiez vos offres, recevez des candidatures ciblées et gérez l'ensemble du processus depuis un espace dédié et intuitif.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72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 fonctionnement en un coup d'œil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882" y="1431528"/>
            <a:ext cx="9781831" cy="440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78403" y="1624932"/>
            <a:ext cx="1711784" cy="264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Profil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2678403" y="1964710"/>
            <a:ext cx="1711784" cy="40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candidat complète compétences et CV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71376" y="4926311"/>
            <a:ext cx="1721189" cy="264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Offre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371376" y="5266090"/>
            <a:ext cx="1721189" cy="40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recruteur publie une annonce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45538" y="1491489"/>
            <a:ext cx="1711784" cy="264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Postuler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045538" y="1831268"/>
            <a:ext cx="1711784" cy="603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candidat consulte et envoie sa candidature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38511" y="4825789"/>
            <a:ext cx="1711784" cy="264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Match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738511" y="5165568"/>
            <a:ext cx="1711784" cy="60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 Matchs calcule un score de compatibilité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1475" y="6005612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parcours fluide et intuitif, du profil à la réponse, pour les candidats comme pour les recruteurs.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440"/>
            <a:ext cx="6296860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Pourquoi choisir Recrutia ?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66738"/>
            <a:ext cx="353508" cy="3535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1551" y="1427460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Gain de temps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221551" y="1802705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Pour les candidats comme pour les recruteurs, fini les heures perdues à trier des profils inadaptés.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80593"/>
            <a:ext cx="353508" cy="3535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21551" y="2741315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Score de correspondance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221551" y="3116560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score de matching pour prioriser les meilleures offres et les candidats les plus pertinents.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94448"/>
            <a:ext cx="353508" cy="3535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21551" y="4055170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Espace dédié recruteur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221551" y="4430415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Offres, candidatures et statuts centralisés dans un espace simple et clair.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08302"/>
            <a:ext cx="353508" cy="3535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21551" y="5369024"/>
            <a:ext cx="573678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Suivi des candidatures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221551" y="5744270"/>
            <a:ext cx="5736784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 attente, entretien, acceptée, refusée — chaque étape est visible en temps réel.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 projet avec un fort potentiel d'évolution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80846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 fonctionnalités pensées pour demain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227263"/>
            <a:ext cx="5226911" cy="3682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IA de matching sémantique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comprendre le sens des compétences pour des correspondances bien plus pertinentes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Carte interactive des offres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visualiser la localisation et la distance du lieu de travail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Notifications intelligentes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alerter automatiquement le candidat dès qu'une offre correspond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Compétences annexes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musique, sport, arts pour ouvrir des opportunités ponctuelles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Messagerie intégrée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échanger directement sans quitter la plateforme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Badges et tests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vérification des compétences pour renforcer la confiance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Filtres avancés :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type de contrat, télétravail, fourchette de salaire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4147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Plus qu'un site d'emploi, un tremplin pour les jeunes talents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488446" y="2306538"/>
            <a:ext cx="60417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L'ambition de Recrutia est d'aider les jeunes à valoriser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toutes leurs compétences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professionnelles et personnelles, pour multiplier leurs opportunités — qu'il s'agisse d'un emploi stable ou d'une mission ponctuelle.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134295"/>
            <a:ext cx="19050" cy="1120180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3426718"/>
            <a:ext cx="3071835" cy="1480443"/>
          </a:xfrm>
          <a:prstGeom prst="roundRect">
            <a:avLst>
              <a:gd name="adj" fmla="val 1724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403417" y="3596779"/>
            <a:ext cx="27317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Compétences professionnelles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3417" y="4219972"/>
            <a:ext cx="27317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Valorisées et vérifiées pour des candidatures plus crédibles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86" y="3426718"/>
            <a:ext cx="3071934" cy="1480443"/>
          </a:xfrm>
          <a:prstGeom prst="roundRect">
            <a:avLst>
              <a:gd name="adj" fmla="val 1724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628343" y="3596779"/>
            <a:ext cx="27318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Compétences personnelles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28343" y="3954264"/>
            <a:ext cx="27318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Sport, musique, arts — des atouts qui ouvrent de nouvelles portes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5060255"/>
            <a:ext cx="6296860" cy="956171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403417" y="5230316"/>
            <a:ext cx="595674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Opportunités multipliées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3417" y="5587802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Emploi stable ou mission ponctuelle, Recrutia s'adapte à chaque ambition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7176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Recrutia, connecter les talents à leurs vraies opportunités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356682" y="333652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Une plateforme simple aujourd'hui, intelligente demain.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898801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56682" y="418405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Merci de votre attention.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699099"/>
            <a:ext cx="1141682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8" name="Text 5"/>
          <p:cNvSpPr/>
          <p:nvPr/>
        </p:nvSpPr>
        <p:spPr>
          <a:xfrm>
            <a:off x="774879" y="4755753"/>
            <a:ext cx="15244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RECRUTIA.FR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2026-08-02T10:33:54Z</dcterms:created>
  <dcterms:modified xsi:type="dcterms:W3CDTF">2026-08-02T10:33:54Z</dcterms:modified>
</cp:coreProperties>
</file>